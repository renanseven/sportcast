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CAST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cobertura esportiva.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profissional em vídeo e fotografia para campeonatos, times e eventos esportivos.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1554480" cy="365760"/>
          </a:xfrm>
          <a:prstGeom prst="rect">
            <a:avLst/>
          </a:prstGeom>
          <a:noFill/>
          <a:ln w="12700">
            <a:solidFill>
              <a:srgbClr val="01508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5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4572000"/>
            <a:ext cx="1554480" cy="365760"/>
          </a:xfrm>
          <a:prstGeom prst="rect">
            <a:avLst/>
          </a:prstGeom>
          <a:noFill/>
          <a:ln w="12700">
            <a:solidFill>
              <a:srgbClr val="01508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5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4572000"/>
            <a:ext cx="1554480" cy="365760"/>
          </a:xfrm>
          <a:prstGeom prst="rect">
            <a:avLst/>
          </a:prstGeom>
          <a:noFill/>
          <a:ln w="12700">
            <a:solidFill>
              <a:srgbClr val="01508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50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AO VIVO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registro, a conquista vira só memória.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6751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Quantos gols, defesas e comemorações já se perderam para sempre porque não havia ninguém ali para registrar? Sem foto e vídeo, o esforço de um campeonato inteiro vira só memória. O torcedor não revive, o patrocinador não vê retorno e os atletas não têm o que mostrar do que conquistaram. A Sport Cast existe pra isso: cada cobertura sai com foto e vídeo no pacote, pronta para emocionar torcedores, impressionar patrocinadores e eternizar a conquista de cada atleta.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457200"/>
            <a:ext cx="384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TRABALHAMOS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processo.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cobrimos só o jogo, cobrimos a história inteira do seu evento, do aquecimento ao troféu levantado.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675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completa em foto e vídeo, do início ao fim da partida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com atletas, técnicos e organizadores, dando voz a quem faz o jogo acontecer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Premiação Sport Cast para o atleta destaque, com troféu.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Edição dos melhores momentos em um vídeo curto para reels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 do placar final do jogo, disponibilizado para as equipes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do time e fotos estratégicas dos jogadores, também disponibilizadas para as equipes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estratégicas para valorizar os patrocinadores, publicadas na nossa página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457200"/>
            <a:ext cx="384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QUE FUNCIONA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gente já prova.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Cast entrega visibilidade real, com números que comprovam o alcance do nosso trabalho.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675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15 milhões de visualizações nas nossas páginas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10 mil seguidores no Instagram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profissional, amadora e categorias de base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500 coberturas realizadas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 com as principais organizações de campeonatos de Belo Horizonte e região metropolitana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 rot="-480000">
            <a:off x="7589520" y="1463040"/>
            <a:ext cx="1920240" cy="36576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78240" y="1463040"/>
            <a:ext cx="1920240" cy="36576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480000">
            <a:off x="9966960" y="1463040"/>
            <a:ext cx="19202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briefing à entrega, em quatro passos.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Entendemos o evento, os pontos-chave e o que precisa ser destacado.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9184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em campo com vídeo e foto durante toda a partida.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30632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e tratamento do melhor material, no formato certo.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7824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final pronto para publicar ou arquivar.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NOSSOS PACOTES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o formato ideal.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de alta qualidade do jogo, prontas para imprensa, patrocinador e redes sociais.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0" y="27889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Vídeos otimizados para Instagram, TikTok e redes, com edição ágil e impacto visual.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+ Vídeo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63840" y="27889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pacote completo: fotos e vídeos em um só serviço, cobertura 360º do evento.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FOTO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sem cerimônia.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 profissional de ponta, operado por fotógrafos experientes em eventos esportivos. Capturamos cada momento com nitidez e impacto, de manhã, à noite ou sob qualquer condição de iluminação.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RECEBE: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em alta resolução prontas para impressão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múltiplos ângulos durante toda a partida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em 24 a 48 horas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457200"/>
            <a:ext cx="384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VÍDEO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pronto para viralizar.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Filmagem em qualidade broadcast com edição pensada para redes sociais. Cortes dinâmicos, highlights e conteúdo vertical que engaja torcedores, patrocinadores e atletas no momento do jogo.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RECEBE: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Vídeos em 1080p ou 4K para Instagram, TikTok e Facebook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 curtos (15-60 seg) para máximo impacto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pronto no mesmo dia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457200"/>
            <a:ext cx="384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COMBO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melhor dos dois mundos.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360º: foto + vídeo em um só pacote. Fotos em alta resolução, vídeos otimizados para redes, e uma cobertura integrada que conta a história completa do seu evento.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RECEBE: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e vídeos capturados simultaneamente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Vídeos editados + galeria de fotos profissional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completa e entrega integrada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457200"/>
            <a:ext cx="38404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 preços por pacote.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5176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Times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 · 1 jogo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 · 2+ jogos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R$ 200/jogo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3840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· 1 jogo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· 2+ jogos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4389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R$ 100/jogo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+ Vídeo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6384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 · 1 jogo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66960" y="2743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 · 2+ jogos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6696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R$ 400 por jogo/evento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podem ser ajustados conforme escopo do cliente.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B3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FASE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Bora cobrir o próximo campeonato?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conversar sobre o seu evento e montar uma proposta de cobertura sob medida.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contato@sportcast.com.br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(31) 98270-7150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@sportcastmg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2026-08-03T22:31:02Z</dcterms:created>
  <dcterms:modified xsi:type="dcterms:W3CDTF">2026-08-03T22:31:02Z</dcterms:modified>
</cp:coreProperties>
</file>